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malicious traffic pattern clustering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ml project review – 1</a:t>
            </a:r>
          </a:p>
          <a:p>
            <a:r>
              <a:t>k-means and hierarchical clustering on cicids2017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network traffic contains large volumes of flows with different normal and attack behaviours.</a:t>
            </a:r>
          </a:p>
          <a:p>
            <a:pPr>
              <a:defRPr sz="2200"/>
            </a:pPr>
            <a:r>
              <a:t>manual inspection of traffic patterns is difficult at scale.</a:t>
            </a:r>
          </a:p>
          <a:p>
            <a:pPr>
              <a:defRPr sz="2200"/>
            </a:pPr>
            <a:r>
              <a:t>the project studies whether unsupervised clustering can group similar network-flow patterns and help identify suspicious clusters.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perform exploratory data analysis on cicids2017 network-flow data.</a:t>
            </a:r>
          </a:p>
          <a:p>
            <a:pPr>
              <a:defRPr sz="2200"/>
            </a:pPr>
            <a:r>
              <a:t>clean and preprocess numerical flow features.</a:t>
            </a:r>
          </a:p>
          <a:p>
            <a:pPr>
              <a:defRPr sz="2200"/>
            </a:pPr>
            <a:r>
              <a:t>reduce dimensionality with pca for visualization and analysis.</a:t>
            </a:r>
          </a:p>
          <a:p>
            <a:pPr>
              <a:defRPr sz="2200"/>
            </a:pPr>
            <a:r>
              <a:t>apply k-means and agglomerative hierarchical clustering.</a:t>
            </a:r>
          </a:p>
          <a:p>
            <a:pPr>
              <a:defRPr sz="2200"/>
            </a:pPr>
            <a:r>
              <a:t>compare cluster quality using silhouette analysis and related metrics.</a:t>
            </a:r>
          </a:p>
          <a:p>
            <a:pPr>
              <a:defRPr sz="2200"/>
            </a:pPr>
            <a:r>
              <a:t>interpret clusters with respect to benign and attack-labelled traffic.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dataset: cicids2017 — canadian institute for cybersecurity / university of new brunswick.</a:t>
            </a:r>
          </a:p>
          <a:p>
            <a:pPr>
              <a:defRPr sz="2200"/>
            </a:pPr>
            <a:r>
              <a:t>contains benign traffic and multiple common attack scenarios captured across five days.</a:t>
            </a:r>
          </a:p>
          <a:p>
            <a:pPr>
              <a:defRPr sz="2200"/>
            </a:pPr>
            <a:r>
              <a:t>flow records were generated using cicflowmeter and include more than 80 network-flow features in the original release.</a:t>
            </a:r>
          </a:p>
          <a:p>
            <a:pPr>
              <a:defRPr sz="2200"/>
            </a:pPr>
            <a:r>
              <a:t>attack categories used in the project include benign, ddos, portscan, dos, brute force, web attacks, infiltration, botnet and heartbleed.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load and combine selected cicids2017 csv files.</a:t>
            </a:r>
          </a:p>
          <a:p>
            <a:pPr>
              <a:defRPr sz="2200"/>
            </a:pPr>
            <a:r>
              <a:t>2. remove duplicates and handle inf / missing values.</a:t>
            </a:r>
          </a:p>
          <a:p>
            <a:pPr>
              <a:defRPr sz="2200"/>
            </a:pPr>
            <a:r>
              <a:t>3. remove non-informative or unsuitable columns.</a:t>
            </a:r>
          </a:p>
          <a:p>
            <a:pPr>
              <a:defRPr sz="2200"/>
            </a:pPr>
            <a:r>
              <a:t>4. scale numerical features.</a:t>
            </a:r>
          </a:p>
          <a:p>
            <a:pPr>
              <a:defRPr sz="2200"/>
            </a:pPr>
            <a:r>
              <a:t>5. use pca mainly for two-dimensional cluster visualization.</a:t>
            </a:r>
          </a:p>
          <a:p>
            <a:pPr>
              <a:defRPr sz="2200"/>
            </a:pPr>
            <a:r>
              <a:t>6. train k-means for selected k values.</a:t>
            </a:r>
          </a:p>
          <a:p>
            <a:pPr>
              <a:defRPr sz="2200"/>
            </a:pPr>
            <a:r>
              <a:t>7. apply agglomerative hierarchical clustering.</a:t>
            </a:r>
          </a:p>
          <a:p>
            <a:pPr>
              <a:defRPr sz="2200"/>
            </a:pPr>
            <a:r>
              <a:t>8. evaluate clusters with silhouette score and inspect cluster composition.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dataset shape and feature types.</a:t>
            </a:r>
          </a:p>
          <a:p>
            <a:pPr>
              <a:defRPr sz="2200"/>
            </a:pPr>
            <a:r>
              <a:t>missing-value and duplicate analysis.</a:t>
            </a:r>
          </a:p>
          <a:p>
            <a:pPr>
              <a:defRPr sz="2200"/>
            </a:pPr>
            <a:r>
              <a:t>attack-label distribution.</a:t>
            </a:r>
          </a:p>
          <a:p>
            <a:pPr>
              <a:defRPr sz="2200"/>
            </a:pPr>
            <a:r>
              <a:t>summary statistics and feature distributions.</a:t>
            </a:r>
          </a:p>
          <a:p>
            <a:pPr>
              <a:defRPr sz="2200"/>
            </a:pPr>
            <a:r>
              <a:t>outlier inspection.</a:t>
            </a:r>
          </a:p>
          <a:p>
            <a:pPr>
              <a:defRPr sz="2200"/>
            </a:pPr>
            <a:r>
              <a:t>correlation analysis for highly related numerical features.</a:t>
            </a:r>
          </a:p>
          <a:p>
            <a:pPr>
              <a:defRPr sz="2200"/>
            </a:pPr>
            <a:r>
              <a:t>pca visualization of the traffic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k-means groups flows by minimizing within-cluster squared distance.</a:t>
            </a:r>
          </a:p>
          <a:p>
            <a:pPr>
              <a:defRPr sz="2200"/>
            </a:pPr>
            <a:r>
              <a:t>the elbow method can help inspect candidate k values.</a:t>
            </a:r>
          </a:p>
          <a:p>
            <a:pPr>
              <a:defRPr sz="2200"/>
            </a:pPr>
            <a:r>
              <a:t>silhouette score measures how well observations fit their own cluster compared with neighbouring clusters.</a:t>
            </a:r>
          </a:p>
          <a:p>
            <a:pPr>
              <a:defRPr sz="2200"/>
            </a:pPr>
            <a:r>
              <a:t>hierarchical clustering builds nested groups using pairwise distances and linkage.</a:t>
            </a:r>
          </a:p>
          <a:p>
            <a:pPr>
              <a:defRPr sz="2200"/>
            </a:pPr>
            <a:r>
              <a:t>cluster labels are analysed against the original attack labels only for interpretation/evaluation; labels are not used to train the clustering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project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cleaned modelling dataset.</a:t>
            </a:r>
          </a:p>
          <a:p>
            <a:pPr>
              <a:defRPr sz="2200"/>
            </a:pPr>
            <a:r>
              <a:t>eda plots and summary tables.</a:t>
            </a:r>
          </a:p>
          <a:p>
            <a:pPr>
              <a:defRPr sz="2200"/>
            </a:pPr>
            <a:r>
              <a:t>pca scatter plot.</a:t>
            </a:r>
          </a:p>
          <a:p>
            <a:pPr>
              <a:defRPr sz="2200"/>
            </a:pPr>
            <a:r>
              <a:t>k-means cluster assignments.</a:t>
            </a:r>
          </a:p>
          <a:p>
            <a:pPr>
              <a:defRPr sz="2200"/>
            </a:pPr>
            <a:r>
              <a:t>hierarchical cluster assignments.</a:t>
            </a:r>
          </a:p>
          <a:p>
            <a:pPr>
              <a:defRPr sz="2200"/>
            </a:pPr>
            <a:r>
              <a:t>silhouette / elbow comparison.</a:t>
            </a:r>
          </a:p>
          <a:p>
            <a:pPr>
              <a:defRPr sz="2200"/>
            </a:pPr>
            <a:r>
              <a:t>cluster-versus-attack-category analysis.</a:t>
            </a:r>
          </a:p>
          <a:p>
            <a:pPr>
              <a:defRPr sz="2200"/>
            </a:pPr>
            <a:r>
              <a:t>discussion of limitations and future improvements.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cicids2017 is a benchmark dataset and may not represent every real-world network environment.</a:t>
            </a:r>
          </a:p>
          <a:p>
            <a:pPr>
              <a:defRPr sz="2200"/>
            </a:pPr>
            <a:r>
              <a:t>class imbalance and duplicate/similar flows can affect unsupervised clustering.</a:t>
            </a:r>
          </a:p>
          <a:p>
            <a:pPr>
              <a:defRPr sz="2200"/>
            </a:pPr>
            <a:r>
              <a:t>cluster IDs do not directly correspond to attack labels.</a:t>
            </a:r>
          </a:p>
          <a:p>
            <a:pPr>
              <a:defRPr sz="2200"/>
            </a:pPr>
            <a:r>
              <a:t>results depend on preprocessing, scaling, feature selection and the chosen number of clusters.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 / next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abstract: completed.</a:t>
            </a:r>
          </a:p>
          <a:p>
            <a:pPr>
              <a:defRPr sz="2200"/>
            </a:pPr>
            <a:r>
              <a:t>research paper: completed.</a:t>
            </a:r>
          </a:p>
          <a:p>
            <a:pPr>
              <a:defRPr sz="2200"/>
            </a:pPr>
            <a:r>
              <a:t>dataset: cicids2017 selected.</a:t>
            </a:r>
          </a:p>
          <a:p>
            <a:pPr>
              <a:defRPr sz="2200"/>
            </a:pPr>
            <a:r>
              <a:t>next: run the reproducible eda and clustering pipeline on the downloaded csv files.</a:t>
            </a:r>
          </a:p>
          <a:p>
            <a:pPr>
              <a:defRPr sz="2200"/>
            </a:pPr>
            <a:r>
              <a:t>then export final plots, metrics and cluster-analysis tables for review-2.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